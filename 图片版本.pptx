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30C2F-830C-3C33-A269-EAE8F3C7F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5C9D1C-CB82-6BB7-568C-0268062F2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35D948-A92D-7859-C8C1-FA7F55AF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6F0C4-06DF-4564-83D8-FABAE0FA9D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65788-20CD-E7C2-7857-D96047DA9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73EEB-441A-5568-DC12-7B97C5C1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04B2-1DE9-41D9-963F-37F40001D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190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BF7C4-377C-7855-1F84-6A74BBB0A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57BCF1-89FF-ADA7-6221-94F08DEB3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2936EC-9719-CB37-BEA6-7AB85FEFB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6F0C4-06DF-4564-83D8-FABAE0FA9D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F8AE24-2BBC-050D-1F62-4280273C3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5523FC-A218-C036-7E4C-927DF629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04B2-1DE9-41D9-963F-37F40001D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70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E37A24-84AA-86E9-0818-BB6C721E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3DB239-D097-4D04-B6DA-F20F72876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A0702E-D21C-1FA2-1DB8-5B81B69E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6F0C4-06DF-4564-83D8-FABAE0FA9D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FB6CA9-6B25-2CB2-75F6-F65C61661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D3499F-B35C-F5C7-1F38-8468417F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04B2-1DE9-41D9-963F-37F40001D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85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82776-EDF3-A6A6-4351-986056C3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C89F19-192D-A727-8AB4-DA72FA9B3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FDB973-F648-4F47-4323-4582671F7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451655-4FBA-609D-580E-ED6B67303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6F0C4-06DF-4564-83D8-FABAE0FA9D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E30547-E6B6-725C-8BB3-6F75F9888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BB89C6-7C73-CC54-21B6-C4DBECEF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04B2-1DE9-41D9-963F-37F40001D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83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12DBF-AA1A-8E1D-BD5B-623F0E9F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31FFAC-7E67-C92F-0C5B-623BE4C4B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9CB7EA-66D6-FD96-83C4-75D595BE2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96B8B2-06E2-F7F4-1E86-C3FFE4449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5036B0-1988-E1D6-4CE0-CE4EBBB67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981207-3E4F-49A2-A473-0BEADE89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6F0C4-06DF-4564-83D8-FABAE0FA9D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50CCFC-9BAF-E370-28FC-B911CEFF9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B15452-B7D7-B91D-4D16-1E086FB1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04B2-1DE9-41D9-963F-37F40001D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88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21504F-51AB-6AE6-6047-52923EEEE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EF661C-AB47-2177-5A2B-09D80E0C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6F0C4-06DF-4564-83D8-FABAE0FA9D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1B4A62-3AB4-C95F-365F-F46E4F715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0E1E0A-1438-233C-2339-669BFEE00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04B2-1DE9-41D9-963F-37F40001D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9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62C8F5-6516-5CB1-467A-F1D35F25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6F0C4-06DF-4564-83D8-FABAE0FA9D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40C46C-A43B-60D8-CC46-7FB9CE449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14EF0D-306F-CD61-2D86-E5AEF95B9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04B2-1DE9-41D9-963F-37F40001D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57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68757-ACC4-DFAC-E1DF-B8CB42AC6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C5CBD7-C396-3E29-AB8C-10FE34E7E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5F04A0-7622-666E-AAD0-669860EC5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485EC4-41D1-F7D7-83D6-97705927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6F0C4-06DF-4564-83D8-FABAE0FA9D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501D34-30EF-0B0E-6764-3DAF0A74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D46829-448D-28D4-4277-538A4EA7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04B2-1DE9-41D9-963F-37F40001D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801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30777-8BCE-D2F5-FE7D-90BB54B8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BC02-E084-0EA1-17D7-049EF4DF7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7FBBA1-1978-FE26-EB1F-A81F17F29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4C4644-05F4-52B6-E928-1A020298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6F0C4-06DF-4564-83D8-FABAE0FA9D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96412B-F087-0787-ADD5-0B3FE88A6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16A9D4-D548-4836-4BD6-1E7AEA1D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04B2-1DE9-41D9-963F-37F40001D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238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FD718-7A73-1BC3-0062-348518FC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E86A72-B64C-71B7-334D-77E96DF50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A0683B-C76D-B3F2-EA9E-F7D1556A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6F0C4-06DF-4564-83D8-FABAE0FA9D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8F65ED-BA34-BE7B-B9D2-472454D6C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229097-AAD8-32D8-1239-C67894EB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04B2-1DE9-41D9-963F-37F40001D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297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562942C-4EEE-9B0E-4D74-2D0B14D63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75FD3F-8F21-17BD-5AC2-8377F8AE0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7B7872-BE2D-413F-A820-3A83ADAC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6F0C4-06DF-4564-83D8-FABAE0FA9D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E04CAE-9A23-4A15-6E2C-B367ECFB7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38135D-7A1D-D3F7-F54A-E8F8B9F6D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04B2-1DE9-41D9-963F-37F40001D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25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A2A8A7-3D44-3AFC-F75B-6F1009A69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488445-CF11-C75A-776A-3605F502D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2CF018-DEEE-2430-381E-7D5B172F60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6F0C4-06DF-4564-83D8-FABAE0FA9D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0CAAFE-B420-6DF1-3E1C-448FA043D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5F03E2-D516-4746-8487-3310BE204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F04B2-1DE9-41D9-963F-37F40001D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225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C774510-8764-7025-A4D5-8ADF081F8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060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E3CD2-064B-6F9A-44C8-100C0E630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53E2C29-76E1-8D1C-771D-60064A7E9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8F0E1-B123-2688-55CC-E1B5BC7EE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3A715D-E9A1-12AF-4ED6-1442DA7C0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2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57E8C-C115-2FAA-EFA6-5F4D2DA2E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BA6A35E-86F0-0A3D-BE6B-348B57FDC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33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39CC-28AD-5080-9C02-E5B105889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AB8082C-E0F7-EE49-9330-2F28F1B3A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019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0DE61-B11E-CA8D-B408-D9FDA6A9E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6CCE5D-5B22-C178-90FF-30475F82D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1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45343-EA5C-9E83-ECBE-0E61CF853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A00FE3-0468-B489-D80B-1327893FE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475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404A9-A72C-0A4B-F540-F4FD0D293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DFA1BE-FDEF-DD12-9A78-BF9E03317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96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C942D-F7EC-4FC3-58A0-0C082267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585910A-F9B5-CCFF-5C17-D59D88FF0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944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ECF37-5020-C998-3EF9-EBE9F67A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AC43E31-C450-88AA-2604-3BC8D5E6A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82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9325A-280F-9DFB-0AEC-A705201BF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7A58393-E935-BA42-C992-133CBA0B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36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1C385-3E88-6C88-4D12-04AE63101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9203E9-186E-945B-2AF8-FF2AF9717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62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B638D-F902-6371-304A-2A8F7F8F9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1119438-735A-0DF2-BDF2-383A08FC2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78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785E-E982-0C1F-A816-FDEC136FC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C766D33-6B8B-75E3-24E7-6F76706A0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98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8F74E-B185-3897-72D4-204EBC5E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9ECD18-D8BE-AC86-D272-D87602FFE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849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734E0-82A5-350B-1920-0D2E5CF8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B25FE53-5F77-E931-2F55-1E78E7F79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4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131C2-5D87-5C46-76A6-AEF484EE8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86A426-4B9B-5F2C-61E1-C8CB0467E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74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7D7CD-A712-0252-E728-84C0196C5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B6FBCAA-A081-56FE-3958-F038BFDED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75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71CD-2611-4CBE-C46D-48411FCCE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05E641-BAC4-4820-0165-16687516F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00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AE8BA-433A-7209-22E7-46D2171D0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47423F0-EC34-6327-CD6C-9AE24ED55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272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F8D07-20E4-B2D3-BD5B-91A17B544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F1EE8D-F44E-758E-0822-0DAC677CC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13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7284D-9794-56B5-0F62-5CDE03403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16D43-E3F8-43D8-835C-E9F063B51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26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658BB-FE32-BCC9-1431-964D7CE50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8AC7511-24AE-B4E7-CE74-CE964C8BA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52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9D80-5AE5-9192-4836-66680DC7E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E649AF7-1732-CE33-70DE-DC9D04A35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91F9249-7C5D-DA02-CEE7-75B1134FC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2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ChiuWah Hui</dc:creator>
  <cp:lastModifiedBy>ChiuWah Hui</cp:lastModifiedBy>
  <cp:revision>1</cp:revision>
  <dcterms:created xsi:type="dcterms:W3CDTF">2026-03-16T10:15:16Z</dcterms:created>
  <dcterms:modified xsi:type="dcterms:W3CDTF">2026-03-16T10:17:22Z</dcterms:modified>
</cp:coreProperties>
</file>